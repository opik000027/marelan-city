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239625" cy="2339975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37" userDrawn="1">
          <p15:clr>
            <a:srgbClr val="A4A3A4"/>
          </p15:clr>
        </p15:guide>
        <p15:guide id="2" pos="38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737"/>
        <p:guide pos="38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30000" y="382958"/>
            <a:ext cx="9180000" cy="814667"/>
          </a:xfrm>
        </p:spPr>
        <p:txBody>
          <a:bodyPr anchor="b"/>
          <a:lstStyle>
            <a:lvl1pPr algn="ctr">
              <a:defRPr sz="2045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30000" y="1229042"/>
            <a:ext cx="9180000" cy="564958"/>
          </a:xfrm>
        </p:spPr>
        <p:txBody>
          <a:bodyPr/>
          <a:lstStyle>
            <a:lvl1pPr marL="0" indent="0" algn="ctr">
              <a:buNone/>
              <a:defRPr sz="820"/>
            </a:lvl1pPr>
            <a:lvl2pPr marL="156210" indent="0" algn="ctr">
              <a:buNone/>
              <a:defRPr sz="680"/>
            </a:lvl2pPr>
            <a:lvl3pPr marL="311785" indent="0" algn="ctr">
              <a:buNone/>
              <a:defRPr sz="615"/>
            </a:lvl3pPr>
            <a:lvl4pPr marL="467995" indent="0" algn="ctr">
              <a:buNone/>
              <a:defRPr sz="545"/>
            </a:lvl4pPr>
            <a:lvl5pPr marL="624205" indent="0" algn="ctr">
              <a:buNone/>
              <a:defRPr sz="545"/>
            </a:lvl5pPr>
            <a:lvl6pPr marL="779780" indent="0" algn="ctr">
              <a:buNone/>
              <a:defRPr sz="545"/>
            </a:lvl6pPr>
            <a:lvl7pPr marL="935990" indent="0" algn="ctr">
              <a:buNone/>
              <a:defRPr sz="545"/>
            </a:lvl7pPr>
            <a:lvl8pPr marL="1092200" indent="0" algn="ctr">
              <a:buNone/>
              <a:defRPr sz="545"/>
            </a:lvl8pPr>
            <a:lvl9pPr marL="1247775" indent="0" algn="ctr">
              <a:buNone/>
              <a:defRPr sz="545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125" y="583375"/>
            <a:ext cx="10557000" cy="973375"/>
          </a:xfrm>
        </p:spPr>
        <p:txBody>
          <a:bodyPr anchor="b"/>
          <a:lstStyle>
            <a:lvl1pPr>
              <a:defRPr sz="2045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5125" y="1565958"/>
            <a:ext cx="10557000" cy="511875"/>
          </a:xfrm>
        </p:spPr>
        <p:txBody>
          <a:bodyPr/>
          <a:lstStyle>
            <a:lvl1pPr marL="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1pPr>
            <a:lvl2pPr marL="156210" indent="0">
              <a:buNone/>
              <a:defRPr sz="680">
                <a:solidFill>
                  <a:schemeClr val="tx1">
                    <a:tint val="75000"/>
                  </a:schemeClr>
                </a:solidFill>
              </a:defRPr>
            </a:lvl2pPr>
            <a:lvl3pPr marL="311785" indent="0">
              <a:buNone/>
              <a:defRPr sz="615">
                <a:solidFill>
                  <a:schemeClr val="tx1">
                    <a:tint val="75000"/>
                  </a:schemeClr>
                </a:solidFill>
              </a:defRPr>
            </a:lvl3pPr>
            <a:lvl4pPr marL="467995" indent="0">
              <a:buNone/>
              <a:defRPr sz="545">
                <a:solidFill>
                  <a:schemeClr val="tx1">
                    <a:tint val="75000"/>
                  </a:schemeClr>
                </a:solidFill>
              </a:defRPr>
            </a:lvl4pPr>
            <a:lvl5pPr marL="624205" indent="0">
              <a:buNone/>
              <a:defRPr sz="545">
                <a:solidFill>
                  <a:schemeClr val="tx1">
                    <a:tint val="75000"/>
                  </a:schemeClr>
                </a:solidFill>
              </a:defRPr>
            </a:lvl5pPr>
            <a:lvl6pPr marL="779780" indent="0">
              <a:buNone/>
              <a:defRPr sz="545">
                <a:solidFill>
                  <a:schemeClr val="tx1">
                    <a:tint val="75000"/>
                  </a:schemeClr>
                </a:solidFill>
              </a:defRPr>
            </a:lvl6pPr>
            <a:lvl7pPr marL="935990" indent="0">
              <a:buNone/>
              <a:defRPr sz="545">
                <a:solidFill>
                  <a:schemeClr val="tx1">
                    <a:tint val="75000"/>
                  </a:schemeClr>
                </a:solidFill>
              </a:defRPr>
            </a:lvl7pPr>
            <a:lvl8pPr marL="1092200" indent="0">
              <a:buNone/>
              <a:defRPr sz="545">
                <a:solidFill>
                  <a:schemeClr val="tx1">
                    <a:tint val="75000"/>
                  </a:schemeClr>
                </a:solidFill>
              </a:defRPr>
            </a:lvl8pPr>
            <a:lvl9pPr marL="1247775" indent="0">
              <a:buNone/>
              <a:defRPr sz="5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1500" y="622917"/>
            <a:ext cx="5202000" cy="14847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500" y="622917"/>
            <a:ext cx="5202000" cy="14847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94" y="124583"/>
            <a:ext cx="10557000" cy="45229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3094" y="573625"/>
            <a:ext cx="5178093" cy="281125"/>
          </a:xfrm>
        </p:spPr>
        <p:txBody>
          <a:bodyPr anchor="b"/>
          <a:lstStyle>
            <a:lvl1pPr marL="0" indent="0">
              <a:buNone/>
              <a:defRPr sz="820" b="1"/>
            </a:lvl1pPr>
            <a:lvl2pPr marL="156210" indent="0">
              <a:buNone/>
              <a:defRPr sz="680" b="1"/>
            </a:lvl2pPr>
            <a:lvl3pPr marL="311785" indent="0">
              <a:buNone/>
              <a:defRPr sz="615" b="1"/>
            </a:lvl3pPr>
            <a:lvl4pPr marL="467995" indent="0">
              <a:buNone/>
              <a:defRPr sz="545" b="1"/>
            </a:lvl4pPr>
            <a:lvl5pPr marL="624205" indent="0">
              <a:buNone/>
              <a:defRPr sz="545" b="1"/>
            </a:lvl5pPr>
            <a:lvl6pPr marL="779780" indent="0">
              <a:buNone/>
              <a:defRPr sz="545" b="1"/>
            </a:lvl6pPr>
            <a:lvl7pPr marL="935990" indent="0">
              <a:buNone/>
              <a:defRPr sz="545" b="1"/>
            </a:lvl7pPr>
            <a:lvl8pPr marL="1092200" indent="0">
              <a:buNone/>
              <a:defRPr sz="545" b="1"/>
            </a:lvl8pPr>
            <a:lvl9pPr marL="1247775" indent="0">
              <a:buNone/>
              <a:defRPr sz="545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3094" y="854750"/>
            <a:ext cx="5178093" cy="12572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6500" y="573625"/>
            <a:ext cx="5203594" cy="281125"/>
          </a:xfrm>
        </p:spPr>
        <p:txBody>
          <a:bodyPr anchor="b"/>
          <a:lstStyle>
            <a:lvl1pPr marL="0" indent="0">
              <a:buNone/>
              <a:defRPr sz="820" b="1"/>
            </a:lvl1pPr>
            <a:lvl2pPr marL="156210" indent="0">
              <a:buNone/>
              <a:defRPr sz="680" b="1"/>
            </a:lvl2pPr>
            <a:lvl3pPr marL="311785" indent="0">
              <a:buNone/>
              <a:defRPr sz="615" b="1"/>
            </a:lvl3pPr>
            <a:lvl4pPr marL="467995" indent="0">
              <a:buNone/>
              <a:defRPr sz="545" b="1"/>
            </a:lvl4pPr>
            <a:lvl5pPr marL="624205" indent="0">
              <a:buNone/>
              <a:defRPr sz="545" b="1"/>
            </a:lvl5pPr>
            <a:lvl6pPr marL="779780" indent="0">
              <a:buNone/>
              <a:defRPr sz="545" b="1"/>
            </a:lvl6pPr>
            <a:lvl7pPr marL="935990" indent="0">
              <a:buNone/>
              <a:defRPr sz="545" b="1"/>
            </a:lvl7pPr>
            <a:lvl8pPr marL="1092200" indent="0">
              <a:buNone/>
              <a:defRPr sz="545" b="1"/>
            </a:lvl8pPr>
            <a:lvl9pPr marL="1247775" indent="0">
              <a:buNone/>
              <a:defRPr sz="545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6500" y="854750"/>
            <a:ext cx="5203594" cy="12572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94" y="156000"/>
            <a:ext cx="3947718" cy="546000"/>
          </a:xfrm>
        </p:spPr>
        <p:txBody>
          <a:bodyPr anchor="b"/>
          <a:lstStyle>
            <a:lvl1pPr>
              <a:defRPr sz="109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3594" y="336917"/>
            <a:ext cx="6196500" cy="1662917"/>
          </a:xfrm>
        </p:spPr>
        <p:txBody>
          <a:bodyPr/>
          <a:lstStyle>
            <a:lvl1pPr>
              <a:defRPr sz="1090"/>
            </a:lvl1pPr>
            <a:lvl2pPr>
              <a:defRPr sz="955"/>
            </a:lvl2pPr>
            <a:lvl3pPr>
              <a:defRPr sz="820"/>
            </a:lvl3pPr>
            <a:lvl4pPr>
              <a:defRPr sz="680"/>
            </a:lvl4pPr>
            <a:lvl5pPr>
              <a:defRPr sz="680"/>
            </a:lvl5pPr>
            <a:lvl6pPr>
              <a:defRPr sz="680"/>
            </a:lvl6pPr>
            <a:lvl7pPr>
              <a:defRPr sz="680"/>
            </a:lvl7pPr>
            <a:lvl8pPr>
              <a:defRPr sz="680"/>
            </a:lvl8pPr>
            <a:lvl9pPr>
              <a:defRPr sz="68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094" y="702000"/>
            <a:ext cx="3947718" cy="1300542"/>
          </a:xfrm>
        </p:spPr>
        <p:txBody>
          <a:bodyPr/>
          <a:lstStyle>
            <a:lvl1pPr marL="0" indent="0">
              <a:buNone/>
              <a:defRPr sz="545"/>
            </a:lvl1pPr>
            <a:lvl2pPr marL="156210" indent="0">
              <a:buNone/>
              <a:defRPr sz="480"/>
            </a:lvl2pPr>
            <a:lvl3pPr marL="311785" indent="0">
              <a:buNone/>
              <a:defRPr sz="410"/>
            </a:lvl3pPr>
            <a:lvl4pPr marL="467995" indent="0">
              <a:buNone/>
              <a:defRPr sz="340"/>
            </a:lvl4pPr>
            <a:lvl5pPr marL="624205" indent="0">
              <a:buNone/>
              <a:defRPr sz="340"/>
            </a:lvl5pPr>
            <a:lvl6pPr marL="779780" indent="0">
              <a:buNone/>
              <a:defRPr sz="340"/>
            </a:lvl6pPr>
            <a:lvl7pPr marL="935990" indent="0">
              <a:buNone/>
              <a:defRPr sz="340"/>
            </a:lvl7pPr>
            <a:lvl8pPr marL="1092200" indent="0">
              <a:buNone/>
              <a:defRPr sz="340"/>
            </a:lvl8pPr>
            <a:lvl9pPr marL="1247775" indent="0">
              <a:buNone/>
              <a:defRPr sz="34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94" y="156000"/>
            <a:ext cx="3947718" cy="546000"/>
          </a:xfrm>
        </p:spPr>
        <p:txBody>
          <a:bodyPr anchor="b"/>
          <a:lstStyle>
            <a:lvl1pPr>
              <a:defRPr sz="109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203594" y="336917"/>
            <a:ext cx="6196500" cy="1662917"/>
          </a:xfrm>
        </p:spPr>
        <p:txBody>
          <a:bodyPr/>
          <a:lstStyle>
            <a:lvl1pPr marL="0" indent="0">
              <a:buNone/>
              <a:defRPr sz="1090"/>
            </a:lvl1pPr>
            <a:lvl2pPr marL="156210" indent="0">
              <a:buNone/>
              <a:defRPr sz="955"/>
            </a:lvl2pPr>
            <a:lvl3pPr marL="311785" indent="0">
              <a:buNone/>
              <a:defRPr sz="820"/>
            </a:lvl3pPr>
            <a:lvl4pPr marL="467995" indent="0">
              <a:buNone/>
              <a:defRPr sz="680"/>
            </a:lvl4pPr>
            <a:lvl5pPr marL="624205" indent="0">
              <a:buNone/>
              <a:defRPr sz="680"/>
            </a:lvl5pPr>
            <a:lvl6pPr marL="779780" indent="0">
              <a:buNone/>
              <a:defRPr sz="680"/>
            </a:lvl6pPr>
            <a:lvl7pPr marL="935990" indent="0">
              <a:buNone/>
              <a:defRPr sz="680"/>
            </a:lvl7pPr>
            <a:lvl8pPr marL="1092200" indent="0">
              <a:buNone/>
              <a:defRPr sz="680"/>
            </a:lvl8pPr>
            <a:lvl9pPr marL="1247775" indent="0">
              <a:buNone/>
              <a:defRPr sz="68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094" y="702000"/>
            <a:ext cx="3947718" cy="1300542"/>
          </a:xfrm>
        </p:spPr>
        <p:txBody>
          <a:bodyPr/>
          <a:lstStyle>
            <a:lvl1pPr marL="0" indent="0">
              <a:buNone/>
              <a:defRPr sz="545"/>
            </a:lvl1pPr>
            <a:lvl2pPr marL="156210" indent="0">
              <a:buNone/>
              <a:defRPr sz="480"/>
            </a:lvl2pPr>
            <a:lvl3pPr marL="311785" indent="0">
              <a:buNone/>
              <a:defRPr sz="410"/>
            </a:lvl3pPr>
            <a:lvl4pPr marL="467995" indent="0">
              <a:buNone/>
              <a:defRPr sz="340"/>
            </a:lvl4pPr>
            <a:lvl5pPr marL="624205" indent="0">
              <a:buNone/>
              <a:defRPr sz="340"/>
            </a:lvl5pPr>
            <a:lvl6pPr marL="779780" indent="0">
              <a:buNone/>
              <a:defRPr sz="340"/>
            </a:lvl6pPr>
            <a:lvl7pPr marL="935990" indent="0">
              <a:buNone/>
              <a:defRPr sz="340"/>
            </a:lvl7pPr>
            <a:lvl8pPr marL="1092200" indent="0">
              <a:buNone/>
              <a:defRPr sz="340"/>
            </a:lvl8pPr>
            <a:lvl9pPr marL="1247775" indent="0">
              <a:buNone/>
              <a:defRPr sz="34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59250" y="124583"/>
            <a:ext cx="2639250" cy="198304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1500" y="124583"/>
            <a:ext cx="7764750" cy="198304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1500" y="124583"/>
            <a:ext cx="10557000" cy="452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500" y="622917"/>
            <a:ext cx="10557000" cy="14847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1500" y="2168833"/>
            <a:ext cx="2754000" cy="1245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54500" y="2168833"/>
            <a:ext cx="4131000" cy="1245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4500" y="2168833"/>
            <a:ext cx="2754000" cy="1245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11785" rtl="0" eaLnBrk="1" latinLnBrk="0" hangingPunct="1">
        <a:lnSpc>
          <a:spcPct val="90000"/>
        </a:lnSpc>
        <a:spcBef>
          <a:spcPct val="0"/>
        </a:spcBef>
        <a:buNone/>
        <a:defRPr sz="1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8105" indent="-78105" algn="l" defTabSz="311785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955" kern="1200">
          <a:solidFill>
            <a:schemeClr val="tx1"/>
          </a:solidFill>
          <a:latin typeface="+mn-lt"/>
          <a:ea typeface="+mn-ea"/>
          <a:cs typeface="+mn-cs"/>
        </a:defRPr>
      </a:lvl1pPr>
      <a:lvl2pPr marL="234315" indent="-78105" algn="l" defTabSz="311785" rtl="0" eaLnBrk="1" latinLnBrk="0" hangingPunct="1">
        <a:lnSpc>
          <a:spcPct val="90000"/>
        </a:lnSpc>
        <a:spcBef>
          <a:spcPct val="34000"/>
        </a:spcBef>
        <a:buFont typeface="Arial" panose="020B0604020202020204" pitchFamily="34" charset="0"/>
        <a:buChar char="•"/>
        <a:defRPr sz="820" kern="1200">
          <a:solidFill>
            <a:schemeClr val="tx1"/>
          </a:solidFill>
          <a:latin typeface="+mn-lt"/>
          <a:ea typeface="+mn-ea"/>
          <a:cs typeface="+mn-cs"/>
        </a:defRPr>
      </a:lvl2pPr>
      <a:lvl3pPr marL="389890" indent="-78105" algn="l" defTabSz="311785" rtl="0" eaLnBrk="1" latinLnBrk="0" hangingPunct="1">
        <a:lnSpc>
          <a:spcPct val="90000"/>
        </a:lnSpc>
        <a:spcBef>
          <a:spcPct val="34000"/>
        </a:spcBef>
        <a:buFont typeface="Arial" panose="020B0604020202020204" pitchFamily="34" charset="0"/>
        <a:buChar char="•"/>
        <a:defRPr sz="680" kern="1200">
          <a:solidFill>
            <a:schemeClr val="tx1"/>
          </a:solidFill>
          <a:latin typeface="+mn-lt"/>
          <a:ea typeface="+mn-ea"/>
          <a:cs typeface="+mn-cs"/>
        </a:defRPr>
      </a:lvl3pPr>
      <a:lvl4pPr marL="546100" indent="-78105" algn="l" defTabSz="311785" rtl="0" eaLnBrk="1" latinLnBrk="0" hangingPunct="1">
        <a:lnSpc>
          <a:spcPct val="90000"/>
        </a:lnSpc>
        <a:spcBef>
          <a:spcPct val="34000"/>
        </a:spcBef>
        <a:buFont typeface="Arial" panose="020B0604020202020204" pitchFamily="34" charset="0"/>
        <a:buChar char="•"/>
        <a:defRPr sz="615" kern="1200">
          <a:solidFill>
            <a:schemeClr val="tx1"/>
          </a:solidFill>
          <a:latin typeface="+mn-lt"/>
          <a:ea typeface="+mn-ea"/>
          <a:cs typeface="+mn-cs"/>
        </a:defRPr>
      </a:lvl4pPr>
      <a:lvl5pPr marL="702310" indent="-78105" algn="l" defTabSz="311785" rtl="0" eaLnBrk="1" latinLnBrk="0" hangingPunct="1">
        <a:lnSpc>
          <a:spcPct val="90000"/>
        </a:lnSpc>
        <a:spcBef>
          <a:spcPct val="34000"/>
        </a:spcBef>
        <a:buFont typeface="Arial" panose="020B0604020202020204" pitchFamily="34" charset="0"/>
        <a:buChar char="•"/>
        <a:defRPr sz="615" kern="1200">
          <a:solidFill>
            <a:schemeClr val="tx1"/>
          </a:solidFill>
          <a:latin typeface="+mn-lt"/>
          <a:ea typeface="+mn-ea"/>
          <a:cs typeface="+mn-cs"/>
        </a:defRPr>
      </a:lvl5pPr>
      <a:lvl6pPr marL="857885" indent="-78105" algn="l" defTabSz="311785" rtl="0" eaLnBrk="1" latinLnBrk="0" hangingPunct="1">
        <a:lnSpc>
          <a:spcPct val="90000"/>
        </a:lnSpc>
        <a:spcBef>
          <a:spcPct val="34000"/>
        </a:spcBef>
        <a:buFont typeface="Arial" panose="020B0604020202020204" pitchFamily="34" charset="0"/>
        <a:buChar char="•"/>
        <a:defRPr sz="615" kern="1200">
          <a:solidFill>
            <a:schemeClr val="tx1"/>
          </a:solidFill>
          <a:latin typeface="+mn-lt"/>
          <a:ea typeface="+mn-ea"/>
          <a:cs typeface="+mn-cs"/>
        </a:defRPr>
      </a:lvl6pPr>
      <a:lvl7pPr marL="1014095" indent="-78105" algn="l" defTabSz="311785" rtl="0" eaLnBrk="1" latinLnBrk="0" hangingPunct="1">
        <a:lnSpc>
          <a:spcPct val="90000"/>
        </a:lnSpc>
        <a:spcBef>
          <a:spcPct val="34000"/>
        </a:spcBef>
        <a:buFont typeface="Arial" panose="020B0604020202020204" pitchFamily="34" charset="0"/>
        <a:buChar char="•"/>
        <a:defRPr sz="615" kern="1200">
          <a:solidFill>
            <a:schemeClr val="tx1"/>
          </a:solidFill>
          <a:latin typeface="+mn-lt"/>
          <a:ea typeface="+mn-ea"/>
          <a:cs typeface="+mn-cs"/>
        </a:defRPr>
      </a:lvl7pPr>
      <a:lvl8pPr marL="1170305" indent="-78105" algn="l" defTabSz="311785" rtl="0" eaLnBrk="1" latinLnBrk="0" hangingPunct="1">
        <a:lnSpc>
          <a:spcPct val="90000"/>
        </a:lnSpc>
        <a:spcBef>
          <a:spcPct val="34000"/>
        </a:spcBef>
        <a:buFont typeface="Arial" panose="020B0604020202020204" pitchFamily="34" charset="0"/>
        <a:buChar char="•"/>
        <a:defRPr sz="615" kern="1200">
          <a:solidFill>
            <a:schemeClr val="tx1"/>
          </a:solidFill>
          <a:latin typeface="+mn-lt"/>
          <a:ea typeface="+mn-ea"/>
          <a:cs typeface="+mn-cs"/>
        </a:defRPr>
      </a:lvl8pPr>
      <a:lvl9pPr marL="1325880" indent="-78105" algn="l" defTabSz="311785" rtl="0" eaLnBrk="1" latinLnBrk="0" hangingPunct="1">
        <a:lnSpc>
          <a:spcPct val="90000"/>
        </a:lnSpc>
        <a:spcBef>
          <a:spcPct val="34000"/>
        </a:spcBef>
        <a:buFont typeface="Arial" panose="020B0604020202020204" pitchFamily="34" charset="0"/>
        <a:buChar char="•"/>
        <a:defRPr sz="6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11785" rtl="0" eaLnBrk="1" latinLnBrk="0" hangingPunct="1">
        <a:defRPr sz="615" kern="1200">
          <a:solidFill>
            <a:schemeClr val="tx1"/>
          </a:solidFill>
          <a:latin typeface="+mn-lt"/>
          <a:ea typeface="+mn-ea"/>
          <a:cs typeface="+mn-cs"/>
        </a:defRPr>
      </a:lvl1pPr>
      <a:lvl2pPr marL="156210" algn="l" defTabSz="311785" rtl="0" eaLnBrk="1" latinLnBrk="0" hangingPunct="1">
        <a:defRPr sz="615" kern="1200">
          <a:solidFill>
            <a:schemeClr val="tx1"/>
          </a:solidFill>
          <a:latin typeface="+mn-lt"/>
          <a:ea typeface="+mn-ea"/>
          <a:cs typeface="+mn-cs"/>
        </a:defRPr>
      </a:lvl2pPr>
      <a:lvl3pPr marL="311785" algn="l" defTabSz="311785" rtl="0" eaLnBrk="1" latinLnBrk="0" hangingPunct="1">
        <a:defRPr sz="615" kern="1200">
          <a:solidFill>
            <a:schemeClr val="tx1"/>
          </a:solidFill>
          <a:latin typeface="+mn-lt"/>
          <a:ea typeface="+mn-ea"/>
          <a:cs typeface="+mn-cs"/>
        </a:defRPr>
      </a:lvl3pPr>
      <a:lvl4pPr marL="467995" algn="l" defTabSz="311785" rtl="0" eaLnBrk="1" latinLnBrk="0" hangingPunct="1">
        <a:defRPr sz="615" kern="1200">
          <a:solidFill>
            <a:schemeClr val="tx1"/>
          </a:solidFill>
          <a:latin typeface="+mn-lt"/>
          <a:ea typeface="+mn-ea"/>
          <a:cs typeface="+mn-cs"/>
        </a:defRPr>
      </a:lvl4pPr>
      <a:lvl5pPr marL="624205" algn="l" defTabSz="311785" rtl="0" eaLnBrk="1" latinLnBrk="0" hangingPunct="1">
        <a:defRPr sz="615" kern="1200">
          <a:solidFill>
            <a:schemeClr val="tx1"/>
          </a:solidFill>
          <a:latin typeface="+mn-lt"/>
          <a:ea typeface="+mn-ea"/>
          <a:cs typeface="+mn-cs"/>
        </a:defRPr>
      </a:lvl5pPr>
      <a:lvl6pPr marL="779780" algn="l" defTabSz="311785" rtl="0" eaLnBrk="1" latinLnBrk="0" hangingPunct="1">
        <a:defRPr sz="615" kern="1200">
          <a:solidFill>
            <a:schemeClr val="tx1"/>
          </a:solidFill>
          <a:latin typeface="+mn-lt"/>
          <a:ea typeface="+mn-ea"/>
          <a:cs typeface="+mn-cs"/>
        </a:defRPr>
      </a:lvl6pPr>
      <a:lvl7pPr marL="935990" algn="l" defTabSz="311785" rtl="0" eaLnBrk="1" latinLnBrk="0" hangingPunct="1">
        <a:defRPr sz="615" kern="1200">
          <a:solidFill>
            <a:schemeClr val="tx1"/>
          </a:solidFill>
          <a:latin typeface="+mn-lt"/>
          <a:ea typeface="+mn-ea"/>
          <a:cs typeface="+mn-cs"/>
        </a:defRPr>
      </a:lvl7pPr>
      <a:lvl8pPr marL="1092200" algn="l" defTabSz="311785" rtl="0" eaLnBrk="1" latinLnBrk="0" hangingPunct="1">
        <a:defRPr sz="615" kern="1200">
          <a:solidFill>
            <a:schemeClr val="tx1"/>
          </a:solidFill>
          <a:latin typeface="+mn-lt"/>
          <a:ea typeface="+mn-ea"/>
          <a:cs typeface="+mn-cs"/>
        </a:defRPr>
      </a:lvl8pPr>
      <a:lvl9pPr marL="1247775" algn="l" defTabSz="311785" rtl="0" eaLnBrk="1" latinLnBrk="0" hangingPunct="1">
        <a:defRPr sz="6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 l="4880" t="39102" r="5714" b="34685"/>
          <a:stretch>
            <a:fillRect/>
          </a:stretch>
        </p:blipFill>
        <p:spPr>
          <a:xfrm>
            <a:off x="-188" y="-12"/>
            <a:ext cx="12240001" cy="234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taufik akbar irawan</cp:lastModifiedBy>
  <cp:revision>3</cp:revision>
  <dcterms:created xsi:type="dcterms:W3CDTF">2025-07-23T00:59:00Z</dcterms:created>
  <dcterms:modified xsi:type="dcterms:W3CDTF">2025-11-13T15:09:33Z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82E6838ADB1C41E886B5C01DCA791740_11</vt:lpwstr>
  </property>
  <property fmtid="{D5CDD505-2E9C-101B-9397-08002B2CF9AE}" pid="3" name="KSOProductBuildVer">
    <vt:lpwstr>1033-12.2.0.23155</vt:lpwstr>
  </property>
</Properties>
</file>